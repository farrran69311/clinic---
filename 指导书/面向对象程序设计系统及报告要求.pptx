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ym typeface="+mn-ea"/>
              </a:rPr>
              <a:t>面向对象程序设计</a:t>
            </a:r>
            <a:r>
              <a:rPr lang="zh-CN" altLang="en-US" b="1">
                <a:sym typeface="+mn-ea"/>
              </a:rPr>
              <a:t>系统要求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3200"/>
              <a:t>1. </a:t>
            </a:r>
            <a:r>
              <a:rPr lang="zh-CN" altLang="en-US" sz="3200"/>
              <a:t>使用</a:t>
            </a:r>
            <a:r>
              <a:rPr lang="en-US" altLang="zh-CN" sz="3200"/>
              <a:t>Java GUI</a:t>
            </a:r>
            <a:r>
              <a:rPr lang="zh-CN" altLang="en-US" sz="3200"/>
              <a:t>图形化界面设计。</a:t>
            </a:r>
            <a:endParaRPr lang="zh-CN" altLang="en-US" sz="3200"/>
          </a:p>
          <a:p>
            <a:pPr marL="0" indent="0">
              <a:buNone/>
            </a:pPr>
            <a:r>
              <a:rPr lang="en-US" altLang="zh-CN" sz="3200"/>
              <a:t>2. </a:t>
            </a:r>
            <a:r>
              <a:rPr lang="zh-CN" altLang="en-US" sz="3200"/>
              <a:t>系统首界面要体现系统名称。</a:t>
            </a:r>
            <a:endParaRPr lang="zh-CN" altLang="en-US" sz="3200"/>
          </a:p>
          <a:p>
            <a:pPr marL="569595" indent="-569595">
              <a:buNone/>
            </a:pPr>
            <a:r>
              <a:rPr lang="en-US" altLang="zh-CN" sz="3200"/>
              <a:t>3. </a:t>
            </a:r>
            <a:r>
              <a:rPr lang="zh-CN" altLang="en-US" sz="3200"/>
              <a:t>每个系统必须完成登录，注册，增、删、改、查的基本</a:t>
            </a:r>
            <a:r>
              <a:rPr lang="en-US" altLang="zh-CN" sz="3200"/>
              <a:t> </a:t>
            </a:r>
            <a:r>
              <a:rPr lang="zh-CN" altLang="en-US" sz="3200"/>
              <a:t>功能。其他相关功能需根据各系统内容完成。</a:t>
            </a:r>
            <a:endParaRPr lang="zh-CN" altLang="en-US" sz="3200"/>
          </a:p>
          <a:p>
            <a:pPr marL="279400" indent="-279400">
              <a:buNone/>
            </a:pPr>
            <a:r>
              <a:rPr lang="en-US" altLang="zh-CN" sz="3200"/>
              <a:t>4. </a:t>
            </a:r>
            <a:r>
              <a:rPr lang="zh-CN" altLang="en-US" sz="3200"/>
              <a:t>数据要求存储到数据库或文件中。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/>
              <a:t>面向对象程序设计报告要求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1325860" cy="47593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报告</a:t>
            </a:r>
            <a:endParaRPr lang="zh-CN" altLang="en-US" sz="3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源代码</a:t>
            </a:r>
            <a:endParaRPr lang="zh-CN" altLang="en-US" sz="3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源代码粘贴到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word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中，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Times New Roman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五号字体，单倍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行距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视频</a:t>
            </a:r>
            <a:endParaRPr lang="zh-CN" altLang="en-US" sz="3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录制本人语音讲解系统的所有功能的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视频。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以上内容打包压缩，命名为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学号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姓名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系统名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演示</Application>
  <PresentationFormat>宽屏</PresentationFormat>
  <Paragraphs>16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Seahymn</cp:lastModifiedBy>
  <cp:revision>159</cp:revision>
  <dcterms:created xsi:type="dcterms:W3CDTF">2019-06-19T02:08:00Z</dcterms:created>
  <dcterms:modified xsi:type="dcterms:W3CDTF">2025-10-29T12:34:46Z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37D6C65AE124466B9BED1189D32CD399_11</vt:lpwstr>
  </property>
</Properties>
</file>